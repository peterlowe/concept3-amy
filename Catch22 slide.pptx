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7C3A580-2B53-4099-8E86-52AD01455D8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C2BAA61-86DB-4BD1-B846-1003C0FDC095}" type="slidenum">
              <a:rPr lang="en-IE" smtClean="0"/>
              <a:t>‹#›</a:t>
            </a:fld>
            <a:endParaRPr lang="en-IE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595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A580-2B53-4099-8E86-52AD01455D8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AA61-86DB-4BD1-B846-1003C0FDC0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5205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A580-2B53-4099-8E86-52AD01455D8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AA61-86DB-4BD1-B846-1003C0FDC095}" type="slidenum">
              <a:rPr lang="en-IE" smtClean="0"/>
              <a:t>‹#›</a:t>
            </a:fld>
            <a:endParaRPr lang="en-IE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683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A580-2B53-4099-8E86-52AD01455D8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AA61-86DB-4BD1-B846-1003C0FDC0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98435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A580-2B53-4099-8E86-52AD01455D8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AA61-86DB-4BD1-B846-1003C0FDC0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751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A580-2B53-4099-8E86-52AD01455D8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AA61-86DB-4BD1-B846-1003C0FDC0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32098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A580-2B53-4099-8E86-52AD01455D8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AA61-86DB-4BD1-B846-1003C0FDC0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9184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A580-2B53-4099-8E86-52AD01455D8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AA61-86DB-4BD1-B846-1003C0FDC0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58378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A580-2B53-4099-8E86-52AD01455D8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AA61-86DB-4BD1-B846-1003C0FDC0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6889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A580-2B53-4099-8E86-52AD01455D8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AA61-86DB-4BD1-B846-1003C0FDC0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68083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A580-2B53-4099-8E86-52AD01455D8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AA61-86DB-4BD1-B846-1003C0FDC0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9423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87C3A580-2B53-4099-8E86-52AD01455D8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C2BAA61-86DB-4BD1-B846-1003C0FDC09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01203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B2DE-C643-464B-9A24-FE719FE815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>
                <a:latin typeface="Arial Black" panose="020B0A04020102020204" pitchFamily="34" charset="0"/>
              </a:rPr>
              <a:t>Catch22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DEF84-F399-4273-87D1-17AE4C48F6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94714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A225-5DC0-43A9-AE94-D7FD2E2C0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3DD6A-E36B-4145-AFE3-814ECFDA8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 game where you make split second decisions between two poor choices, which are represented by a simple graphic. The player/character runs into the option they choose and a story is created in the background as they do. If they fail to pick an option in time, then the game ends and a printout of the story that they created </a:t>
            </a:r>
            <a:r>
              <a:rPr lang="en-IE"/>
              <a:t>is displayed.</a:t>
            </a:r>
          </a:p>
        </p:txBody>
      </p:sp>
    </p:spTree>
    <p:extLst>
      <p:ext uri="{BB962C8B-B14F-4D97-AF65-F5344CB8AC3E}">
        <p14:creationId xmlns:p14="http://schemas.microsoft.com/office/powerpoint/2010/main" val="3152195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F8AC4-E746-4360-8ED3-BEEB98D1F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30 Sec Gameplay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C2F31-626F-4937-8940-EA39E9B59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drag your finger across the screen and in so doing move your character which then collides with your different choices to create a story.</a:t>
            </a:r>
          </a:p>
          <a:p>
            <a:r>
              <a:rPr lang="en-US" dirty="0"/>
              <a:t>The game starts off slow and quickens over time, allowing new/casual players to easily create a short story that is 5 events in length.</a:t>
            </a:r>
          </a:p>
          <a:p>
            <a:r>
              <a:rPr lang="en-US" dirty="0"/>
              <a:t>Once missing an event choice, the game ends and the story prints out. There will be a paragraph for each event, but also a summary of events chosen to allow players to enjoy the story they made without forcing them to read a lot of text if they do not wish to.</a:t>
            </a:r>
          </a:p>
          <a:p>
            <a:r>
              <a:rPr lang="en-US" dirty="0"/>
              <a:t>Then, beginning the game again a new random set of catastrophic occurrences presents itself, allowing you to start an entirely new story on your next run.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89536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D40E-D486-4881-A8D1-E8D6B2B21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Pillars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02604-046A-4486-A759-BF7956B5F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Humour</a:t>
            </a:r>
          </a:p>
          <a:p>
            <a:r>
              <a:rPr lang="en-IE" dirty="0"/>
              <a:t>Touchscreen Drag</a:t>
            </a:r>
          </a:p>
          <a:p>
            <a:r>
              <a:rPr lang="en-IE" dirty="0"/>
              <a:t>Colourful and clear graphics to </a:t>
            </a:r>
            <a:r>
              <a:rPr lang="en-IE"/>
              <a:t>represent events</a:t>
            </a:r>
          </a:p>
        </p:txBody>
      </p:sp>
    </p:spTree>
    <p:extLst>
      <p:ext uri="{BB962C8B-B14F-4D97-AF65-F5344CB8AC3E}">
        <p14:creationId xmlns:p14="http://schemas.microsoft.com/office/powerpoint/2010/main" val="90943618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11</TotalTime>
  <Words>226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 Black</vt:lpstr>
      <vt:lpstr>Corbel</vt:lpstr>
      <vt:lpstr>Basis</vt:lpstr>
      <vt:lpstr>Catch22</vt:lpstr>
      <vt:lpstr>Elevator Pitch</vt:lpstr>
      <vt:lpstr>30 Sec Gameplay Description</vt:lpstr>
      <vt:lpstr>Pillars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Catch22</dc:title>
  <dc:creator>(Student) - Amy Rooney</dc:creator>
  <cp:lastModifiedBy>(Student) - Amy Rooney</cp:lastModifiedBy>
  <cp:revision>2</cp:revision>
  <dcterms:created xsi:type="dcterms:W3CDTF">2021-11-26T10:41:02Z</dcterms:created>
  <dcterms:modified xsi:type="dcterms:W3CDTF">2021-11-26T10:56:12Z</dcterms:modified>
</cp:coreProperties>
</file>