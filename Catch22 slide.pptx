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359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52050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3683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98435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57516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32098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59184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58378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6889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68083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94238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87C3A580-2B53-4099-8E86-52AD01455D86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4C2BAA61-86DB-4BD1-B846-1003C0FDC09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01203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AB2DE-C643-464B-9A24-FE719FE815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>
                <a:latin typeface="Arial Black" panose="020B0A04020102020204" pitchFamily="34" charset="0"/>
              </a:rPr>
              <a:t>Catch22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0DEF84-F399-4273-87D1-17AE4C48F6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594714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3A225-5DC0-43A9-AE94-D7FD2E2C0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3DD6A-E36B-4145-AFE3-814ECFDA8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A game where you make split second decisions between two poor choices, which are represented by a simple graphic. The player/character runs into the option they choose and a story is created in the background as they do. If they fail to pick an option in time, then the game ends and a printout of the story that they created </a:t>
            </a:r>
            <a:r>
              <a:rPr lang="en-IE"/>
              <a:t>is displayed.</a:t>
            </a:r>
          </a:p>
        </p:txBody>
      </p:sp>
    </p:spTree>
    <p:extLst>
      <p:ext uri="{BB962C8B-B14F-4D97-AF65-F5344CB8AC3E}">
        <p14:creationId xmlns:p14="http://schemas.microsoft.com/office/powerpoint/2010/main" val="3152195738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TM03457444[[fn=Basis]]</Template>
  <TotalTime>8</TotalTime>
  <Words>72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 Black</vt:lpstr>
      <vt:lpstr>Corbel</vt:lpstr>
      <vt:lpstr>Basis</vt:lpstr>
      <vt:lpstr>Catch22</vt:lpstr>
      <vt:lpstr>Elevator Pitch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Catch22</dc:title>
  <dc:creator>(Student) - Amy Rooney</dc:creator>
  <cp:lastModifiedBy>(Student) - Amy Rooney</cp:lastModifiedBy>
  <cp:revision>1</cp:revision>
  <dcterms:created xsi:type="dcterms:W3CDTF">2021-11-26T10:41:02Z</dcterms:created>
  <dcterms:modified xsi:type="dcterms:W3CDTF">2021-11-26T10:49:16Z</dcterms:modified>
</cp:coreProperties>
</file>